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80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6951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148840"/>
            <a:ext cx="109728" cy="2011680"/>
          </a:xfrm>
          <a:prstGeom prst="rect">
            <a:avLst/>
          </a:prstGeom>
          <a:solidFill>
            <a:srgbClr val="6FA8FF"/>
          </a:solidFill>
          <a:ln w="12700">
            <a:solidFill>
              <a:srgbClr val="6FA8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 Food Order System (AFOS)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971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food online: from menu to doorstep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3749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Project Management  |  Prof. S. S. Kim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 Team (I24D): Sobirov Muhammadullo (Leader), Begjanov Artur, Ahmadjonov Shohruz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9692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and Our Solution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680960" y="109728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 Team  |  IT Project Management  | 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5394960" cy="4846320"/>
          </a:xfrm>
          <a:prstGeom prst="rect">
            <a:avLst/>
          </a:prstGeom>
          <a:solidFill>
            <a:srgbClr val="EEF3FA"/>
          </a:solidFill>
          <a:ln w="12700">
            <a:solidFill>
              <a:srgbClr val="D5DF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82296" cy="484632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3898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828800"/>
            <a:ext cx="49377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by phone is slow and error-prone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cannot see a live menu or track their order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lose orders and time on calls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Couriers get unclear delivery instructions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280160"/>
            <a:ext cx="5394960" cy="4846320"/>
          </a:xfrm>
          <a:prstGeom prst="rect">
            <a:avLst/>
          </a:prstGeom>
          <a:solidFill>
            <a:srgbClr val="EEF3FA"/>
          </a:solidFill>
          <a:ln w="12700">
            <a:solidFill>
              <a:srgbClr val="D5DF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280160"/>
            <a:ext cx="82296" cy="4846320"/>
          </a:xfrm>
          <a:prstGeom prst="rect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13898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AFOS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1828800"/>
            <a:ext cx="49377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for customers, restaurants, couriers and admin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menu, order and pay online or by cash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order status tracking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pickup and delivery tasks for couriers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9692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680960" y="109728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Goal, scope, users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 Team  |  IT Project Management  | 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657600" cy="4846320"/>
          </a:xfrm>
          <a:prstGeom prst="rect">
            <a:avLst/>
          </a:prstGeom>
          <a:solidFill>
            <a:srgbClr val="EEF3FA"/>
          </a:solidFill>
          <a:ln w="12700">
            <a:solidFill>
              <a:srgbClr val="D5DF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82296" cy="4846320"/>
          </a:xfrm>
          <a:prstGeom prst="rect">
            <a:avLst/>
          </a:prstGeom>
          <a:solidFill>
            <a:srgbClr val="2B5FA8"/>
          </a:solidFill>
          <a:ln w="12700">
            <a:solidFill>
              <a:srgbClr val="2B5F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3898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828800"/>
            <a:ext cx="320040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model a complete food order and delivery system, ready to be built.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1280160"/>
            <a:ext cx="3657600" cy="4846320"/>
          </a:xfrm>
          <a:prstGeom prst="rect">
            <a:avLst/>
          </a:prstGeom>
          <a:solidFill>
            <a:srgbClr val="EEF3FA"/>
          </a:solidFill>
          <a:ln w="12700">
            <a:solidFill>
              <a:srgbClr val="D5DF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280160"/>
            <a:ext cx="82296" cy="4846320"/>
          </a:xfrm>
          <a:prstGeom prst="rect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3898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828800"/>
            <a:ext cx="320040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requirements, use cases, process model, database design, WBS, schedule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full coding, hosting, real payment integration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1280160"/>
            <a:ext cx="3429000" cy="4846320"/>
          </a:xfrm>
          <a:prstGeom prst="rect">
            <a:avLst/>
          </a:prstGeom>
          <a:solidFill>
            <a:srgbClr val="EEF3FA"/>
          </a:solidFill>
          <a:ln w="12700">
            <a:solidFill>
              <a:srgbClr val="D5DF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280160"/>
            <a:ext cx="82296" cy="484632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03920" y="138988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1828800"/>
            <a:ext cx="297180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staff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9692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680960" y="109728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AFOS does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 Team  |  IT Project Management  | 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474720" cy="2194560"/>
          </a:xfrm>
          <a:prstGeom prst="rect">
            <a:avLst/>
          </a:prstGeom>
          <a:solidFill>
            <a:srgbClr val="EEF3FA"/>
          </a:solidFill>
          <a:ln w="12700">
            <a:solidFill>
              <a:srgbClr val="D5DF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3474720" cy="91440"/>
          </a:xfrm>
          <a:prstGeom prst="rect">
            <a:avLst/>
          </a:prstGeom>
          <a:solidFill>
            <a:srgbClr val="2B5FA8"/>
          </a:solidFill>
          <a:ln w="12700">
            <a:solidFill>
              <a:srgbClr val="2B5F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737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31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for customers, restaurants and couriers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97680" y="1325880"/>
            <a:ext cx="3474720" cy="2194560"/>
          </a:xfrm>
          <a:prstGeom prst="rect">
            <a:avLst/>
          </a:prstGeom>
          <a:solidFill>
            <a:srgbClr val="EEF3FA"/>
          </a:solidFill>
          <a:ln w="12700">
            <a:solidFill>
              <a:srgbClr val="D5DF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325880"/>
            <a:ext cx="3474720" cy="91440"/>
          </a:xfrm>
          <a:prstGeom prst="rect">
            <a:avLst/>
          </a:prstGeom>
          <a:solidFill>
            <a:srgbClr val="2B5FA8"/>
          </a:solidFill>
          <a:ln w="12700">
            <a:solidFill>
              <a:srgbClr val="2B5F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1737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and Search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331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restaurants, filter and search dishes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1325880"/>
            <a:ext cx="3474720" cy="2194560"/>
          </a:xfrm>
          <a:prstGeom prst="rect">
            <a:avLst/>
          </a:prstGeom>
          <a:solidFill>
            <a:srgbClr val="EEF3FA"/>
          </a:solidFill>
          <a:ln w="12700">
            <a:solidFill>
              <a:srgbClr val="D5DF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325880"/>
            <a:ext cx="3474720" cy="91440"/>
          </a:xfrm>
          <a:prstGeom prst="rect">
            <a:avLst/>
          </a:prstGeom>
          <a:solidFill>
            <a:srgbClr val="2B5FA8"/>
          </a:solidFill>
          <a:ln w="12700">
            <a:solidFill>
              <a:srgbClr val="2B5F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737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and Checkout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331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orders with address and payment choice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3474720" cy="2194560"/>
          </a:xfrm>
          <a:prstGeom prst="rect">
            <a:avLst/>
          </a:prstGeom>
          <a:solidFill>
            <a:srgbClr val="EEF3FA"/>
          </a:solidFill>
          <a:ln w="12700">
            <a:solidFill>
              <a:srgbClr val="D5DF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794760"/>
            <a:ext cx="3474720" cy="91440"/>
          </a:xfrm>
          <a:prstGeom prst="rect">
            <a:avLst/>
          </a:prstGeom>
          <a:solidFill>
            <a:srgbClr val="2B5FA8"/>
          </a:solidFill>
          <a:ln w="12700">
            <a:solidFill>
              <a:srgbClr val="2B5FA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206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800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or cash on delivery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297680" y="3794760"/>
            <a:ext cx="3474720" cy="2194560"/>
          </a:xfrm>
          <a:prstGeom prst="rect">
            <a:avLst/>
          </a:prstGeom>
          <a:solidFill>
            <a:srgbClr val="EEF3FA"/>
          </a:solidFill>
          <a:ln w="12700">
            <a:solidFill>
              <a:srgbClr val="D5DF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0" y="3794760"/>
            <a:ext cx="3474720" cy="91440"/>
          </a:xfrm>
          <a:prstGeom prst="rect">
            <a:avLst/>
          </a:prstGeom>
          <a:solidFill>
            <a:srgbClr val="2B5FA8"/>
          </a:solidFill>
          <a:ln w="12700">
            <a:solidFill>
              <a:srgbClr val="2B5FA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0" y="4206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</a:t>
            </a:r>
            <a:endParaRPr lang="en-US" sz="2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4800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placed, preparing, on the way, delivered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046720" y="3794760"/>
            <a:ext cx="3474720" cy="2194560"/>
          </a:xfrm>
          <a:prstGeom prst="rect">
            <a:avLst/>
          </a:prstGeom>
          <a:solidFill>
            <a:srgbClr val="EEF3FA"/>
          </a:solidFill>
          <a:ln w="12700">
            <a:solidFill>
              <a:srgbClr val="D5DF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0" y="3794760"/>
            <a:ext cx="3474720" cy="91440"/>
          </a:xfrm>
          <a:prstGeom prst="rect">
            <a:avLst/>
          </a:prstGeom>
          <a:solidFill>
            <a:srgbClr val="2B5FA8"/>
          </a:solidFill>
          <a:ln w="12700">
            <a:solidFill>
              <a:srgbClr val="2B5FA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21040" y="4206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and Reports</a:t>
            </a:r>
            <a:endParaRPr lang="en-US" sz="210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4800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users, restaurants and sales reports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9692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Model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680960" y="109728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actors, 11 use cases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 Team  |  IT Project Management  |  5</a:t>
            </a:r>
            <a:endParaRPr lang="en-US" sz="1000" dirty="0"/>
          </a:p>
        </p:txBody>
      </p:sp>
      <p:pic>
        <p:nvPicPr>
          <p:cNvPr id="6" name="Image 0" descr="/mnt/user-data/outputs/IT-Project-Management/Use 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128" y="1051560"/>
            <a:ext cx="4844945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23760" y="1280160"/>
            <a:ext cx="4434840" cy="4846320"/>
          </a:xfrm>
          <a:prstGeom prst="rect">
            <a:avLst/>
          </a:prstGeom>
          <a:solidFill>
            <a:srgbClr val="EEF3FA"/>
          </a:solidFill>
          <a:ln w="12700">
            <a:solidFill>
              <a:srgbClr val="D5DF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23760" y="1280160"/>
            <a:ext cx="82296" cy="4846320"/>
          </a:xfrm>
          <a:prstGeom prst="rect">
            <a:avLst/>
          </a:prstGeom>
          <a:solidFill>
            <a:srgbClr val="2B5FA8"/>
          </a:solidFill>
          <a:ln w="12700">
            <a:solidFill>
              <a:srgbClr val="2B5FA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0" y="138988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498080" y="1828800"/>
            <a:ext cx="397764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browse, order, pay, track, rate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staff: manage menu, process orders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Courier: deliver orders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manage users, view reports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gateway: processes online payments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9692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and Delivery Process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680960" y="109728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 Model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 Team  |  IT Project Management  |  6</a:t>
            </a:r>
            <a:endParaRPr lang="en-US" sz="1000" dirty="0"/>
          </a:p>
        </p:txBody>
      </p:sp>
      <p:pic>
        <p:nvPicPr>
          <p:cNvPr id="6" name="Image 0" descr="/mnt/user-data/outputs/IT-Project-Management/B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55475"/>
            <a:ext cx="11430000" cy="38898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orders, system checks payment, restaurant accepts and cooks, courier delivers, customer rates. Failed payment returns to checkout; a rejected order is refunded.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9692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680960" y="109728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 Team  |  IT Project Management  |  7</a:t>
            </a:r>
            <a:endParaRPr lang="en-US" sz="1000" dirty="0"/>
          </a:p>
        </p:txBody>
      </p:sp>
      <p:pic>
        <p:nvPicPr>
          <p:cNvPr id="6" name="Image 0" descr="/mnt/user-data/outputs/IT-Project-Management/E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524" y="1051560"/>
            <a:ext cx="4835032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06640" y="1280160"/>
            <a:ext cx="4251960" cy="4846320"/>
          </a:xfrm>
          <a:prstGeom prst="rect">
            <a:avLst/>
          </a:prstGeom>
          <a:solidFill>
            <a:srgbClr val="EEF3FA"/>
          </a:solidFill>
          <a:ln w="12700">
            <a:solidFill>
              <a:srgbClr val="D5DF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1280160"/>
            <a:ext cx="82296" cy="4846320"/>
          </a:xfrm>
          <a:prstGeom prst="rect">
            <a:avLst/>
          </a:prstGeom>
          <a:solidFill>
            <a:srgbClr val="2B5FA8"/>
          </a:solidFill>
          <a:ln w="12700">
            <a:solidFill>
              <a:srgbClr val="2B5FA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80960" y="138988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1828800"/>
            <a:ext cx="37947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place Orders at Restaurants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contain items from the menu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order has one Payment and one Delivery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Couriers perform Deliveries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 Review an order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9692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Breakdown Structure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680960" y="109728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phases, 20 work packages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 Team  |  IT Project Management  |  8</a:t>
            </a:r>
            <a:endParaRPr lang="en-US" sz="1000" dirty="0"/>
          </a:p>
        </p:txBody>
      </p:sp>
      <p:pic>
        <p:nvPicPr>
          <p:cNvPr id="6" name="Image 0" descr="/mnt/user-data/outputs/IT-Project-Management/W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010" y="1051560"/>
            <a:ext cx="405294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280160"/>
            <a:ext cx="4069080" cy="4846320"/>
          </a:xfrm>
          <a:prstGeom prst="rect">
            <a:avLst/>
          </a:prstGeom>
          <a:solidFill>
            <a:srgbClr val="EEF3FA"/>
          </a:solidFill>
          <a:ln w="12700">
            <a:solidFill>
              <a:srgbClr val="D5DF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89520" y="1280160"/>
            <a:ext cx="82296" cy="4846320"/>
          </a:xfrm>
          <a:prstGeom prst="rect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0" y="138988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1828800"/>
            <a:ext cx="36118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Initiation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Planning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Data preparation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Analysis and modeling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Submission and presentation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9692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Schedule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680960" y="109728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Chart, 7 Sep to 23 Oct 2026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 Team  |  IT Project Management  |  9</a:t>
            </a:r>
            <a:endParaRPr lang="en-US" sz="1000" dirty="0"/>
          </a:p>
        </p:txBody>
      </p:sp>
      <p:pic>
        <p:nvPicPr>
          <p:cNvPr id="6" name="Image 0" descr="/mnt/user-data/outputs/IT-Project-Management/Gantt 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48691"/>
            <a:ext cx="7589520" cy="4909257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83880" y="1371600"/>
          <a:ext cx="347472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and team 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Sep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Modeling docs 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Oct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upload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Oct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 and report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Oct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 22 or 23 Oct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9692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and Agreement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680960" y="109728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 Team  |  IT Project Management  |  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Responsibilities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Sobirov Muhammadullo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Leader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Coordination, plan, contract, Gantt, final merge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Begjanov Artur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Requirements, use cases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Ahmadjonov Shohruz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BPM, ERD, WBS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291840"/>
            <a:ext cx="11109960" cy="2834640"/>
          </a:xfrm>
          <a:prstGeom prst="rect">
            <a:avLst/>
          </a:prstGeom>
          <a:solidFill>
            <a:srgbClr val="EEF3FA"/>
          </a:solidFill>
          <a:ln w="12700">
            <a:solidFill>
              <a:srgbClr val="D5DF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3291840"/>
            <a:ext cx="82296" cy="2834640"/>
          </a:xfrm>
          <a:prstGeom prst="rect">
            <a:avLst/>
          </a:prstGeom>
          <a:solidFill>
            <a:srgbClr val="2B5FA8"/>
          </a:solidFill>
          <a:ln w="12700">
            <a:solidFill>
              <a:srgbClr val="2B5FA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3401568"/>
            <a:ext cx="1065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highlights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840480"/>
            <a:ext cx="10652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meeting and daily Telegram chat; internal deadlines 2 days early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is peer-reviewed; all files live on the team GitHub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by consensus (majority vote if needed); changes need all three members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"/>
            <a:ext cx="9692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 Team  |  IT Project Management  | 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394960" cy="4846320"/>
          </a:xfrm>
          <a:prstGeom prst="rect">
            <a:avLst/>
          </a:prstGeom>
          <a:solidFill>
            <a:srgbClr val="EEF3FA"/>
          </a:solidFill>
          <a:ln w="12700">
            <a:solidFill>
              <a:srgbClr val="D5DF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82296" cy="4846320"/>
          </a:xfrm>
          <a:prstGeom prst="rect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3898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delivered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828800"/>
            <a:ext cx="49377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 and team contract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model, process model, database design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 and Gantt schedule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440680" cy="4846320"/>
          </a:xfrm>
          <a:prstGeom prst="rect">
            <a:avLst/>
          </a:prstGeom>
          <a:solidFill>
            <a:srgbClr val="EEF3FA"/>
          </a:solidFill>
          <a:ln w="12700">
            <a:solidFill>
              <a:srgbClr val="D5DF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80160"/>
            <a:ext cx="82296" cy="4846320"/>
          </a:xfrm>
          <a:prstGeom prst="rect">
            <a:avLst/>
          </a:prstGeom>
          <a:solidFill>
            <a:srgbClr val="2B5FA8"/>
          </a:solidFill>
          <a:ln w="12700">
            <a:solidFill>
              <a:srgbClr val="2B5F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38988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828800"/>
            <a:ext cx="49834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system from these models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delivery data analysis to improve delivery estimates and courier planning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631</Words>
  <Application>Microsoft Office PowerPoint</Application>
  <PresentationFormat>Широкоэкранный</PresentationFormat>
  <Paragraphs>131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AFOS Project Presentation</dc:title>
  <dc:subject>PptxGenJS Presentation</dc:subject>
  <dc:creator>AJOU Team</dc:creator>
  <cp:lastModifiedBy>Muhammadullo Sobirov</cp:lastModifiedBy>
  <cp:revision>2</cp:revision>
  <dcterms:created xsi:type="dcterms:W3CDTF">2026-10-22T08:34:49Z</dcterms:created>
  <dcterms:modified xsi:type="dcterms:W3CDTF">2026-10-22T08:50:52Z</dcterms:modified>
</cp:coreProperties>
</file>