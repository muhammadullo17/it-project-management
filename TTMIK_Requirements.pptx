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FF8FB3"/>
          </a:solidFill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4688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Talk To Me In Korean (Website, App &amp; YouTube)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Analysis and Design | Group Activity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F3D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Studied &amp; Key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365760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Talk To Me In Korean (TTMIK)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+ mobile app + YouTube channel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Lessons, audio, PDFs, quizzes, books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Explored for about 20 minutes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8" name="Text 6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question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45920"/>
            <a:ext cx="356616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7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does this system need to do to help users learn Korean effectively?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F3D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Users, Needs &amp; Problems Solved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users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237744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beginners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Self-learners and travelers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K-culture fans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Teachers and content creators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29184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8" name="Text 6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 &amp; needs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645920"/>
            <a:ext cx="237744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Hangul and basics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grammar simply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 listening and speaking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a clear level path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11" name="Text 9"/>
          <p:cNvSpPr txBox="1"/>
          <p:nvPr/>
        </p:nvSpPr>
        <p:spPr>
          <a:xfrm>
            <a:off x="6172200" y="11887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 solved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645920"/>
            <a:ext cx="237744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Confusing grammar rules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 native audio examples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clear study order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motivation to continue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F3D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Requirements: What it should 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registration and login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Leveled lessons and learning materials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and video lessons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Downloadable lesson notes (PDF)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Quizzes and vocabulary practice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tracking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and content navigation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Comments and community feedback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F3D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 Requirements: How it should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2377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Easy, clear lesson navigation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8" name="Text 6"/>
          <p:cNvSpPr txBox="1"/>
          <p:nvPr/>
        </p:nvSpPr>
        <p:spPr>
          <a:xfrm>
            <a:off x="3429000" y="12344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377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loading and smooth audio/video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11" name="Text 9"/>
          <p:cNvSpPr txBox="1"/>
          <p:nvPr/>
        </p:nvSpPr>
        <p:spPr>
          <a:xfrm>
            <a:off x="6263640" y="12344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691640"/>
            <a:ext cx="2377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on web and mobile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51760" cy="155448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14" name="Text 12"/>
          <p:cNvSpPr txBox="1"/>
          <p:nvPr/>
        </p:nvSpPr>
        <p:spPr>
          <a:xfrm>
            <a:off x="594360" y="29718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29000"/>
            <a:ext cx="2377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accounts and payments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651760" cy="155448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17" name="Text 15"/>
          <p:cNvSpPr txBox="1"/>
          <p:nvPr/>
        </p:nvSpPr>
        <p:spPr>
          <a:xfrm>
            <a:off x="3429000" y="29718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429000"/>
            <a:ext cx="2377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saved, content always online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651760" cy="155448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20" name="Text 18"/>
          <p:cNvSpPr txBox="1"/>
          <p:nvPr/>
        </p:nvSpPr>
        <p:spPr>
          <a:xfrm>
            <a:off x="6263640" y="29718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429000"/>
            <a:ext cx="23774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Subtitles and English explanations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F3D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5 Key Requirements &amp; Proposed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requirements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420624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accounts and login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Leveled lessons with audio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Quizzes and practice exercises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tracking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secure web and mobile access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1005840"/>
            <a:ext cx="3749040" cy="3383280"/>
          </a:xfrm>
          <a:prstGeom prst="rect">
            <a:avLst/>
          </a:prstGeom>
          <a:solidFill>
            <a:srgbClr val="FBEFF3"/>
          </a:solidFill>
        </p:spPr>
      </p:sp>
      <p:sp>
        <p:nvSpPr>
          <p:cNvPr id="7" name="Text 5"/>
          <p:cNvSpPr txBox="1"/>
          <p:nvPr/>
        </p:nvSpPr>
        <p:spPr>
          <a:xfrm>
            <a:off x="5074920" y="109728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33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features we propose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74920" y="1554480"/>
            <a:ext cx="347472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Placement test for new users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Spaced-repetition flashcards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Speaking practice with feedback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lesson downloads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A1F3D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A1F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help users learn Korean effectively, the system must give learners: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1645920"/>
          </a:xfrm>
          <a:prstGeom prst="rect">
            <a:avLst/>
          </a:prstGeom>
          <a:solidFill>
            <a:srgbClr val="D6336C"/>
          </a:solidFill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24688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Clear, leveled content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651760" cy="1645920"/>
          </a:xfrm>
          <a:prstGeom prst="rect">
            <a:avLst/>
          </a:prstGeom>
          <a:solidFill>
            <a:srgbClr val="D6336C"/>
          </a:solidFill>
        </p:spPr>
      </p:sp>
      <p:sp>
        <p:nvSpPr>
          <p:cNvPr id="8" name="Text 6"/>
          <p:cNvSpPr txBox="1"/>
          <p:nvPr/>
        </p:nvSpPr>
        <p:spPr>
          <a:xfrm>
            <a:off x="3383280" y="1920240"/>
            <a:ext cx="24688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Frequent practice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2651760" cy="1645920"/>
          </a:xfrm>
          <a:prstGeom prst="rect">
            <a:avLst/>
          </a:prstGeom>
          <a:solidFill>
            <a:srgbClr val="D6336C"/>
          </a:solidFill>
        </p:spPr>
      </p:sp>
      <p:sp>
        <p:nvSpPr>
          <p:cNvPr id="10" name="Text 8"/>
          <p:cNvSpPr txBox="1"/>
          <p:nvPr/>
        </p:nvSpPr>
        <p:spPr>
          <a:xfrm>
            <a:off x="6217920" y="1920240"/>
            <a:ext cx="24688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and progress tracking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A3F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...delivered through a secure, fast, easy-to-use web and mobile system.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85" y="0"/>
            <a:ext cx="7732395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1831</Words>
  <Application>WPS Presentation</Application>
  <PresentationFormat>On-screen Show (16:9)</PresentationFormat>
  <Paragraphs>109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Analysis: Talk To Me In Korean</dc:title>
  <dc:creator>PptxGenJS</dc:creator>
  <dc:subject>PptxGenJS Presentation</dc:subject>
  <cp:lastModifiedBy>Shoxruzbek Ahmadjonov</cp:lastModifiedBy>
  <cp:revision>2</cp:revision>
  <dcterms:created xsi:type="dcterms:W3CDTF">2026-10-02T09:01:00Z</dcterms:created>
  <dcterms:modified xsi:type="dcterms:W3CDTF">2026-10-02T09:06:37Z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5C571827431341AC81602FC7DADD7680_12</vt:lpwstr>
  </property>
  <property fmtid="{D5CDD505-2E9C-101B-9397-08002B2CF9AE}" pid="3" name="KSOProductBuildVer">
    <vt:lpwstr>1049-12.1.0.28485</vt:lpwstr>
  </property>
</Properties>
</file>